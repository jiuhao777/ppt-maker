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质量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生成</c:v>
                </c:pt>
                <c:pt idx="1">
                  <c:v>修复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PPT Maker 技术验证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657600" cy="1828800"/>
          </a:xfrm>
          <a:prstGeom prst="round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文本与形状保持可编辑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4937760" cy="27774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原生表格与图表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822960"/>
          <a:ext cx="3840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670560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得分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846320" y="82296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