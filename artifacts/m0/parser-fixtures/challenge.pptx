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NOTES_SENTINEL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914400" y="914400"/>
            <a:ext cx="3657600" cy="914400"/>
            <a:chOff x="914400" y="914400"/>
            <a:chExt cx="3657600" cy="914400"/>
          </a:xfrm>
        </p:grpSpPr>
        <p:sp>
          <p:nvSpPr>
            <p:cNvPr id="3" name="TextBox 2"/>
            <p:cNvSpPr txBox="1"/>
            <p:nvPr/>
          </p:nvSpPr>
          <p:spPr>
            <a:xfrm>
              <a:off x="914400" y="914400"/>
              <a:ext cx="36576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GROUP_SENTINEL</a:t>
              </a:r>
            </a:p>
          </p:txBody>
        </p:sp>
      </p:grp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743200"/>
          <a:ext cx="4572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914400">
                <a:tc>
                  <a:txBody>
                    <a:bodyPr/>
                    <a:lstStyle/>
                    <a:p>
                      <a:r>
                        <a:t>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值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质量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